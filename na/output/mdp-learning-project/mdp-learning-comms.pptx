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DEMO #1 — PRODUCT EXPLAINER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Xanh Tương Lai: Interactive Demo vs. Raw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</a:defRPr>
            </a:pPr>
            <a:r>
              <a:t>❌  Traditional Approach: 36 Slides of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" cy="2743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74320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29200" cy="16459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480"/>
              </a:spcBef>
              <a:defRPr sz="1000" i="1">
                <a:solidFill>
                  <a:srgbClr val="666666"/>
                </a:solidFill>
              </a:defRPr>
            </a:pPr>
            <a:r>
              <a:t>[Paste raw slide screenshot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36 dense pages of legal/product text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No personalization — same content for everyone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Staff skim or skip entirely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Zero engagement, low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✅  Interactive Explainer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" cy="27432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27432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5029200" cy="16459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480"/>
              </a:spcBef>
              <a:defRPr sz="1000" i="1">
                <a:solidFill>
                  <a:srgbClr val="666666"/>
                </a:solidFill>
              </a:defRPr>
            </a:pPr>
            <a:r>
              <a:t>[Paste interactive demo screenshot here]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Personalized story based on user's age, budget, family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Interactive scenarios: death, illness, maturity, market crash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Real-time calculations with actual product formulas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FAQ, glossary, fund info — all in one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4864" cy="164592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</a:defRPr>
            </a:pPr>
            <a: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Staff don't need to memorize 36 slides. They experience the product through their own profile — age, budget, family situation — and see exactly how Xanh Tương Lai works for a real customer.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The interactive demo turns passive reading into active exploration. Staff can play with scenarios ("what if the customer dies in year 3?", "what happens in a market crash?") and build genuine product intuition.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MDP Learning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DEMO #2 — BENEFIT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Insurance Payout Simulator: Interactive vs. Raw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</a:defRPr>
            </a:pPr>
            <a:r>
              <a:t>❌  Traditional: 35-Page Illustration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" cy="2743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74320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29200" cy="16459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480"/>
              </a:spcBef>
              <a:defRPr sz="1000" i="1">
                <a:solidFill>
                  <a:srgbClr val="666666"/>
                </a:solidFill>
              </a:defRPr>
            </a:pPr>
            <a:r>
              <a:t>[Paste raw illustration slide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35 pages of tables, numbers, legal disclaimers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Fixed to one customer profile — can't explore "what if"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Staff struggle to explain payout mechanics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Customers confused by wall of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✅  Interactive Payout Simulator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" cy="27432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27432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5029200" cy="164592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480"/>
              </a:spcBef>
              <a:defRPr sz="1000" i="1">
                <a:solidFill>
                  <a:srgbClr val="666666"/>
                </a:solidFill>
              </a:defRPr>
            </a:pPr>
            <a:r>
              <a:t>[Paste simulator demo screenshot here]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Adjust age, premium, fund — see results instantly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Visual story: "what happens if you die in year 3?"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Year-by-year account value projection chart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Staff can demo live to customers in meetings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4864" cy="164592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</a:defRPr>
            </a:pPr>
            <a: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A 35-page illustration document is a compliance artifact, not a learning tool. Staff can't internalize payout mechanics by reading tables — they need to play with the numbers.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The simulator lets staff input any customer profile and instantly see how benefits work across scenarios. It builds confidence for real sales conversations and replaces rote memorization with hands-on understanding.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MDP Learning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COMMUNICATION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Step 1: Internal Email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6858000" cy="5029200"/>
          </a:xfrm>
          <a:prstGeom prst="round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858000" cy="457200"/>
          </a:xfrm>
          <a:prstGeom prst="round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📧  From: MDP Learning Team  |  To: All Internal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Subject: 🎮 Học sản phẩm kiểu mới — Chơi mà hiểu, hiểu mà nhớ!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92240" cy="10972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319"/>
              </a:spcBef>
              <a:defRPr sz="1000" i="1">
                <a:solidFill>
                  <a:srgbClr val="666666"/>
                </a:solidFill>
              </a:defRPr>
            </a:pPr>
            <a:r>
              <a:t>[Paste generated banner image here — see gen_images.py]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06B3F"/>
                </a:solidFill>
              </a:defRPr>
            </a:pPr>
            <a:r>
              <a:t>Xin chào các anh chị! 👋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Bạn có 5 phút? Đó là tất cả những gì bạn cần để hiểu sản phẩm Xanh Tương Lai — không cần đọc 36 trang slide!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Chúng tôi vừa ra mắt 2 công cụ interactive hoàn toàn mới:</a:t>
            </a:r>
          </a:p>
          <a:p>
            <a:pPr>
              <a:spcAft>
                <a:spcPts val="400"/>
              </a:spcAft>
              <a:defRPr sz="900" b="0">
                <a:solidFill>
                  <a:srgbClr val="0073CF"/>
                </a:solidFill>
              </a:defRPr>
            </a:pPr>
            <a:r>
              <a:t>🔹 Product Explainer — nhập thông tin, xem câu chuyện bảo hiểm cá nhân hóa</a:t>
            </a:r>
          </a:p>
          <a:p>
            <a:pPr>
              <a:spcAft>
                <a:spcPts val="400"/>
              </a:spcAft>
              <a:defRPr sz="900" b="0">
                <a:solidFill>
                  <a:srgbClr val="0073CF"/>
                </a:solidFill>
              </a:defRPr>
            </a:pPr>
            <a:r>
              <a:t>🔹 Payout Simulator — thử các kịch bản chi trả, hiểu ngay cơ chế sản phẩm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Và đặc biệt... 🎯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Tháng này chúng tôi sẽ tổ chức GAME SHOW trực tuyến — kiểm tra kiến thức sản phẩm theo phong cách Confetti! 15 câu hỏi, trả lời nhanh, có thưởng. Chi tiết bên dưới 👇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1">
                <a:solidFill>
                  <a:srgbClr val="006B3F"/>
                </a:solidFill>
              </a:defRPr>
            </a:pPr>
            <a:r>
              <a:t>📅 Fuel-up Friday | 1:30 – 2:00 PM | Livestream qua FB "Manulife Tốt hơn mỗi ngày"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Email Highlights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463040"/>
            <a:ext cx="411480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726679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Fun subject line with emoji — stands out in inbox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423160"/>
            <a:ext cx="411480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26679" y="2468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68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Visual Banner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AI-generated banner (Bedrock Nova) — eye-catching, on-brand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411480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726679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429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Interactive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Direct links to both demo tools — one click to 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343400"/>
            <a:ext cx="411480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726679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3891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Game Show Teaser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Creates anticipation for the upcoming live 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5303520"/>
            <a:ext cx="411480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726679" y="5349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Clear CTA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623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Date, time, platform — no ambiguity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MDP Learning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COMMUNICATION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Step 2: Online Game Show — Confetti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🎮  Game Show: Confetti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Fun | Engaging | Interactive | Knowledge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Format: Livestream → 15 multiple-choice questions → real-time answers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When: 1 round/month — Fuel-up Friday, 1:30 – 2:00 PM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Where: FB Livestream "Manulife Tốt hơn mỗi ngày"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Target: Internal staff (Phase 1), then Sales force (Phase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Game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005840" cy="100584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</a:defRPr>
            </a:pPr>
            <a:r>
              <a:t>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Topics</a:t>
            </a:r>
            <a:br/>
            <a:r>
              <a:t>Announced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8056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4206240"/>
            <a:ext cx="1005840" cy="100584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60020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17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Materials</a:t>
            </a:r>
            <a:br/>
            <a:r>
              <a:t>Shared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8056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206240"/>
            <a:ext cx="1005840" cy="10058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74320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</a:defRPr>
            </a:pPr>
            <a:r>
              <a:t>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17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Livestream</a:t>
            </a:r>
            <a:br/>
            <a:r>
              <a:t>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48056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206240"/>
            <a:ext cx="1005840" cy="100584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88620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</a:defRPr>
            </a:pPr>
            <a:r>
              <a:t>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617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15 MCQ</a:t>
            </a:r>
            <a:br/>
            <a:r>
              <a:t>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48056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206240"/>
            <a:ext cx="1005840" cy="100584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502920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</a:defRPr>
            </a:pPr>
            <a: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617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Winners</a:t>
            </a:r>
            <a:br/>
            <a:r>
              <a:t>Announced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097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Design Principles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463040"/>
            <a:ext cx="56692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17220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Collaboration over Competition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Participants can discuss answers with each other — embrace knowledge sharing, not rivalry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423160"/>
            <a:ext cx="56692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172200" y="2468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468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Random from Test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Questions are randomized from a pool — prevents copying answers without actually learning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3383280"/>
            <a:ext cx="56692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172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429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Pre-shared Materials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Summary/keynote shared before each round — easy to review, lowers barrier to entry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343400"/>
            <a:ext cx="56692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17220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389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Phase 1: Product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Start with Xanh Tương Lai product knowledge for internal staff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303520"/>
            <a:ext cx="56692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172200" y="5349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349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Phase 2: Cross-functional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Expand to all MVL functions: Operations, Distribution, Legal &amp; Compliance, CX, Campaigns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6263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</a:defRPr>
            </a:pPr>
            <a:r>
              <a:t>Visual style inspired by existing game show slide deck — board game / Confetti theme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MDP Learning Project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